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572000" cy="457200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114800"/>
            <a:ext cx="3657600" cy="3657600"/>
          </a:xfrm>
          <a:prstGeom prst="ellipse">
            <a:avLst/>
          </a:prstGeom>
          <a:solidFill>
            <a:srgbClr val="A855F7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09728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91640" y="11430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TaskFlow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待办事项管理应用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设计与技术评审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2026-06-26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|    </a:t>
            </a:r>
            <a:pPr indent="0" marL="0">
              <a:buNone/>
            </a:pPr>
            <a:r>
              <a:rPr lang="en-US" sz="140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 East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|    </a:t>
            </a:r>
            <a:pPr indent="0" marL="0">
              <a:buNone/>
            </a:pPr>
            <a:r>
              <a:rPr lang="en-US" sz="140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评审议程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106984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554480"/>
            <a:ext cx="73152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5544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737360" y="1554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项目背景与验证结论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0" y="15544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为什么做、验证结果如何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212848"/>
            <a:ext cx="106984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212848"/>
            <a:ext cx="73152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21284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37360" y="221284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产品目标与成功指标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0" y="221284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衡量产品是否成功的标尺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2871216"/>
            <a:ext cx="106984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2871216"/>
            <a:ext cx="73152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87121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37360" y="287121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用户故事与功能清单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0" y="2871216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为谁做、做什么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3529584"/>
            <a:ext cx="106984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3529584"/>
            <a:ext cx="73152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52958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737360" y="352958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核心流程与需求要点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0" y="352958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EARS 需求摘要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4187952"/>
            <a:ext cx="106984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" y="4187952"/>
            <a:ext cx="73152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418795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737360" y="418795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设计评审议题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86400" y="418795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页面、状态、交互边界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31520" y="4846320"/>
            <a:ext cx="106984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1520" y="4846320"/>
            <a:ext cx="73152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0" name="Text 28"/>
          <p:cNvSpPr/>
          <p:nvPr/>
        </p:nvSpPr>
        <p:spPr>
          <a:xfrm>
            <a:off x="1005840" y="48463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737360" y="4846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技术评审议题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86400" y="4846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选型、存储、接口、风险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31520" y="5504688"/>
            <a:ext cx="106984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1520" y="5504688"/>
            <a:ext cx="73152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5" name="Text 33"/>
          <p:cNvSpPr/>
          <p:nvPr/>
        </p:nvSpPr>
        <p:spPr>
          <a:xfrm>
            <a:off x="1005840" y="550468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737360" y="550468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待确认问题与下一步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486400" y="550468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需评审决议的事项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项目背景与验证结论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5120640" cy="228600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554480"/>
            <a:ext cx="73152" cy="22860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现状痛点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19456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备忘录无分类、优先级、截止日期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缺乏逾期提醒，重要任务易遗漏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无完成进度可视化，缺激励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212080" cy="228600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0" y="1554480"/>
            <a:ext cx="73152" cy="22860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验证方法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92240" y="219456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高保真可交互原型（零依赖单文件）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内置事件埋点 + 反馈收集弹窗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用户测试：自由探索 → 任务测试 → 访谈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4206240"/>
            <a:ext cx="10698480" cy="210312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4206240"/>
            <a:ext cx="73152" cy="2103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验证结论：3 大核心假设全部通过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05840" y="4937760"/>
            <a:ext cx="32004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143000" y="5029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11680" y="5029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通过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5394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结构化管理需求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5715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用户主动使用分类/优先级/日期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80560" y="4937760"/>
            <a:ext cx="32004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17720" y="5029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0" y="5029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通过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17720" y="5394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完成正反馈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17720" y="5715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核心流程完成率达标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955280" y="4937760"/>
            <a:ext cx="32004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092440" y="5029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961120" y="5029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通过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92440" y="5394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逾期提醒价值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92440" y="5715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逾期高亮引起关注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产品目标与成功指标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645920"/>
            <a:ext cx="2560320" cy="914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116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80%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核心流程完成率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749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创建→编辑→完成 全流程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20440" y="164592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20440" y="1645920"/>
            <a:ext cx="2560320" cy="914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20116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3520440" y="3200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日回访率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03320" y="3749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首次使用后 7 天内回访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164592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645920"/>
            <a:ext cx="2560320" cy="91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20116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6309360" y="3200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反馈提交率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3749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提交反馈 / 使用用户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98280" y="164592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098280" y="1645920"/>
            <a:ext cx="256032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9098280" y="20116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60%</a:t>
            </a:r>
            <a:endParaRPr lang="en-US" sz="5400" dirty="0"/>
          </a:p>
        </p:txBody>
      </p:sp>
      <p:sp>
        <p:nvSpPr>
          <p:cNvPr id="21" name="Text 19"/>
          <p:cNvSpPr/>
          <p:nvPr/>
        </p:nvSpPr>
        <p:spPr>
          <a:xfrm>
            <a:off x="9098280" y="3200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正向反馈占比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81160" y="3749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喜欢类反馈 / 全部反馈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5029200"/>
            <a:ext cx="10698480" cy="1188720"/>
          </a:xfrm>
          <a:prstGeom prst="rect">
            <a:avLst/>
          </a:prstGeom>
          <a:solidFill>
            <a:srgbClr val="1E1B4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05840" y="5166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5B4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业务目标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" y="5532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提供开箱即用的待办管理工具，验证结构化任务管理的用户价值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建立用户使用习惯，为后续账号体系与多端同步奠定基础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用户故事（10 条）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795528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编号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用户故事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优先级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快速创建待办任务，记录脑海中的事项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US-02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设置分类、优先级和截止日期，区分轻重缓急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US-03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标记任务完成，获得完成感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US-04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按今天/即将到来/逾期/已完成筛选，聚焦要事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US-05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看到逾期高亮提醒，及时补救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US-06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搜索任务，快速定位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US-07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自定义分类，匹配工作/生活场景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US-08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看到任务统计，了解执行力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US-09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切换深色模式，适应不同环境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提交使用反馈，帮助产品改进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功能清单与优先级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52120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463040"/>
            <a:ext cx="5212080" cy="5029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任务管理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创建任务（标题/分类/优先级/日期）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编辑任务（全字段）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删除任务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标记完成/取消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2120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0" y="1463040"/>
            <a:ext cx="5212080" cy="5029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4630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视图筛选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0" y="210312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全部/今天/即将到来/逾期/已完成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按分类筛选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实时计数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智能排序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931920"/>
            <a:ext cx="52120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3931920"/>
            <a:ext cx="521208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9319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分类与日期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45720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新建分类（名称+颜色）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优先级标签（高/中/低）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智能日期展示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逾期高亮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3931920"/>
            <a:ext cx="52120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3931920"/>
            <a:ext cx="521208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39319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辅助能力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0" y="45720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关键词搜索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项统计卡片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深色/浅色主题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反馈收集+埋点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6217920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6172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核心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46720" y="621792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8275320" y="6172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重要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692640" y="621792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9921240" y="6172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增强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核心流程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1691640" cy="914400"/>
          </a:xfrm>
          <a:prstGeom prst="roundRect">
            <a:avLst>
              <a:gd name="adj" fmla="val 12000"/>
            </a:avLst>
          </a:prstGeom>
          <a:solidFill>
            <a:srgbClr val="6366F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64592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点击 +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 rot="5400000">
            <a:off x="2423160" y="1920240"/>
            <a:ext cx="228600" cy="365760"/>
          </a:xfrm>
          <a:prstGeom prst="rtTriangle">
            <a:avLst/>
          </a:prstGeom>
          <a:solidFill>
            <a:srgbClr val="94A3B8"/>
          </a:solidFill>
          <a:ln/>
        </p:spPr>
      </p:sp>
      <p:sp>
        <p:nvSpPr>
          <p:cNvPr id="6" name="Shape 4"/>
          <p:cNvSpPr/>
          <p:nvPr/>
        </p:nvSpPr>
        <p:spPr>
          <a:xfrm>
            <a:off x="2606040" y="1645920"/>
            <a:ext cx="1691640" cy="914400"/>
          </a:xfrm>
          <a:prstGeom prst="roundRect">
            <a:avLst>
              <a:gd name="adj" fmla="val 12000"/>
            </a:avLst>
          </a:prstGeom>
          <a:solidFill>
            <a:srgbClr val="6366F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06040" y="164592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输入标题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 rot="5400000">
            <a:off x="4297680" y="1920240"/>
            <a:ext cx="228600" cy="365760"/>
          </a:xfrm>
          <a:prstGeom prst="rtTriangle">
            <a:avLst/>
          </a:prstGeom>
          <a:solidFill>
            <a:srgbClr val="94A3B8"/>
          </a:solidFill>
          <a:ln/>
        </p:spPr>
      </p:sp>
      <p:sp>
        <p:nvSpPr>
          <p:cNvPr id="9" name="Shape 7"/>
          <p:cNvSpPr/>
          <p:nvPr/>
        </p:nvSpPr>
        <p:spPr>
          <a:xfrm>
            <a:off x="4480560" y="1645920"/>
            <a:ext cx="1691640" cy="914400"/>
          </a:xfrm>
          <a:prstGeom prst="roundRect">
            <a:avLst>
              <a:gd name="adj" fmla="val 12000"/>
            </a:avLst>
          </a:prstGeom>
          <a:solidFill>
            <a:srgbClr val="A855F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80560" y="164592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选分类/优先级/日期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 rot="5400000">
            <a:off x="6172200" y="1920240"/>
            <a:ext cx="228600" cy="365760"/>
          </a:xfrm>
          <a:prstGeom prst="rtTriangle">
            <a:avLst/>
          </a:prstGeom>
          <a:solidFill>
            <a:srgbClr val="94A3B8"/>
          </a:solidFill>
          <a:ln/>
        </p:spPr>
      </p:sp>
      <p:sp>
        <p:nvSpPr>
          <p:cNvPr id="12" name="Shape 10"/>
          <p:cNvSpPr/>
          <p:nvPr/>
        </p:nvSpPr>
        <p:spPr>
          <a:xfrm>
            <a:off x="6355080" y="1645920"/>
            <a:ext cx="1691640" cy="914400"/>
          </a:xfrm>
          <a:prstGeom prst="roundRect">
            <a:avLst>
              <a:gd name="adj" fmla="val 12000"/>
            </a:avLst>
          </a:prstGeom>
          <a:solidFill>
            <a:srgbClr val="6366F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164592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回车/添加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 rot="5400000">
            <a:off x="8046720" y="1920240"/>
            <a:ext cx="228600" cy="365760"/>
          </a:xfrm>
          <a:prstGeom prst="rtTriangle">
            <a:avLst/>
          </a:prstGeom>
          <a:solidFill>
            <a:srgbClr val="94A3B8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0" y="1645920"/>
            <a:ext cx="1691640" cy="91440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0" y="164592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点击复选框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 rot="5400000">
            <a:off x="9921240" y="1920240"/>
            <a:ext cx="228600" cy="365760"/>
          </a:xfrm>
          <a:prstGeom prst="rtTriangle">
            <a:avLst/>
          </a:prstGeom>
          <a:solidFill>
            <a:srgbClr val="94A3B8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04120" y="1645920"/>
            <a:ext cx="1691640" cy="91440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104120" y="164592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标记完成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2834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任务创建到完成流程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3474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视图筛选流程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31520" y="3931920"/>
            <a:ext cx="2560320" cy="6400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3931920"/>
            <a:ext cx="73152" cy="6400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3931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点击视图/分类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46120" y="393192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3520440" y="3931920"/>
            <a:ext cx="2560320" cy="6400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520440" y="3931920"/>
            <a:ext cx="73152" cy="6400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0" y="3931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切换 filter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035040" y="393192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309360" y="3931920"/>
            <a:ext cx="2560320" cy="6400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09360" y="3931920"/>
            <a:ext cx="73152" cy="6400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2" name="Text 30"/>
          <p:cNvSpPr/>
          <p:nvPr/>
        </p:nvSpPr>
        <p:spPr>
          <a:xfrm>
            <a:off x="6446520" y="3931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重新过滤+排序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823960" y="393192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098280" y="3931920"/>
            <a:ext cx="2560320" cy="6400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098280" y="3931920"/>
            <a:ext cx="73152" cy="6400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6" name="Text 34"/>
          <p:cNvSpPr/>
          <p:nvPr/>
        </p:nvSpPr>
        <p:spPr>
          <a:xfrm>
            <a:off x="9235440" y="3931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更新标题与计数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31520" y="4937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任务编辑流程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731520" y="5394960"/>
            <a:ext cx="2560320" cy="64008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31520" y="5394960"/>
            <a:ext cx="73152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868680" y="5394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点击任务卡片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246120" y="53949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3520440" y="5394960"/>
            <a:ext cx="2560320" cy="64008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520440" y="5394960"/>
            <a:ext cx="73152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4" name="Text 42"/>
          <p:cNvSpPr/>
          <p:nvPr/>
        </p:nvSpPr>
        <p:spPr>
          <a:xfrm>
            <a:off x="3657600" y="5394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弹窗预填值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035040" y="53949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6309360" y="5394960"/>
            <a:ext cx="2560320" cy="64008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309360" y="5394960"/>
            <a:ext cx="73152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8" name="Text 46"/>
          <p:cNvSpPr/>
          <p:nvPr/>
        </p:nvSpPr>
        <p:spPr>
          <a:xfrm>
            <a:off x="6446520" y="5394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修改字段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823960" y="53949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9098280" y="5394960"/>
            <a:ext cx="2560320" cy="64008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9098280" y="5394960"/>
            <a:ext cx="73152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2" name="Text 50"/>
          <p:cNvSpPr/>
          <p:nvPr/>
        </p:nvSpPr>
        <p:spPr>
          <a:xfrm>
            <a:off x="9235440" y="5394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保存/删除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需求要点 — EARS 原则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条结构化需求，5 种类型覆盖全部场景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0698480" cy="777240"/>
          </a:xfrm>
          <a:prstGeom prst="rect">
            <a:avLst/>
          </a:prstGeom>
          <a:solidFill>
            <a:srgbClr val="2E2A5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28800"/>
            <a:ext cx="73152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288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Ubiquitous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383280" y="18288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系统始终满足的约束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75120" y="18288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system shall...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332720" y="18288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743200"/>
            <a:ext cx="10698480" cy="777240"/>
          </a:xfrm>
          <a:prstGeom prst="rect">
            <a:avLst/>
          </a:prstGeom>
          <a:solidFill>
            <a:srgbClr val="2E2A5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743200"/>
            <a:ext cx="73152" cy="7772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7432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Event-driven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83280" y="27432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由事件触发的行为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75120" y="27432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[event], the system shall...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332720" y="27432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条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657600"/>
            <a:ext cx="10698480" cy="777240"/>
          </a:xfrm>
          <a:prstGeom prst="rect">
            <a:avLst/>
          </a:prstGeom>
          <a:solidFill>
            <a:srgbClr val="2E2A5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657600"/>
            <a:ext cx="73152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6576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Unwanted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383280" y="36576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异常/故障处理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0" y="36576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[condition], the system shall...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332720" y="36576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条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1520" y="4572000"/>
            <a:ext cx="10698480" cy="777240"/>
          </a:xfrm>
          <a:prstGeom prst="rect">
            <a:avLst/>
          </a:prstGeom>
          <a:solidFill>
            <a:srgbClr val="2E2A5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4572000"/>
            <a:ext cx="73152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45720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State-driven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383280" y="45720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特定状态下的行为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75120" y="45720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[state], the system shall...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332720" y="45720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条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31520" y="5486400"/>
            <a:ext cx="10698480" cy="777240"/>
          </a:xfrm>
          <a:prstGeom prst="rect">
            <a:avLst/>
          </a:prstGeom>
          <a:solidFill>
            <a:srgbClr val="2E2A5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1520" y="5486400"/>
            <a:ext cx="73152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1005840" y="54864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Optional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383280" y="54864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可选功能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75120" y="54864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[feature], the system shall...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332720" y="54864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条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关键需求：空标题拦截(REQ-04) · 逾期高亮(REQ-14) · 排序规则(REQ-16) · localStorage 降级(REQ-23) · 移动端响应式(REQ-26)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设计评审议题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负责角色：设计师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2120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2024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1920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页面清单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42316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任务列表页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编辑弹窗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分类管理弹窗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反馈弹窗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空状态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2120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0" y="1920240"/>
            <a:ext cx="365760" cy="36576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0" name="Text 8"/>
          <p:cNvSpPr/>
          <p:nvPr/>
        </p:nvSpPr>
        <p:spPr>
          <a:xfrm>
            <a:off x="6903720" y="1920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状态清单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42316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任务：未完成/已完成/逾期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视图筛选激活态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深色/浅色主题态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Hover/Focus 交互态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52120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429768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1417320" y="4297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交互边界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480060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快速添加选择器：prompt→下拉面板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移动端侧边栏隐藏后的入口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复选框完成动效规范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Toast 时长与样式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4114800"/>
            <a:ext cx="52120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429768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4297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设计验收点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480060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完成动效 + 庆祝 Toast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逾期红色边框 + 标签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统计卡片 hover 上浮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色优先级标签规范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技术评审议题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负责角色：技术负责人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212080" cy="21031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37360"/>
            <a:ext cx="5212080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37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技术选型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33172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前端框架与构建方案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是否需要后端服务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部署方案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212080" cy="21031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737360"/>
            <a:ext cx="5212080" cy="4572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737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数据存储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233172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纯本地 localStorage vs 后端账号体系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存储容量限制与降级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数据结构见 PRD 11.1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5212080" cy="21031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4114800"/>
            <a:ext cx="521208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114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接口与埋点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470916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埋点上报接口（正式版需后端）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反馈收集接口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个埋点事件实现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4114800"/>
            <a:ext cx="5212080" cy="21031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4114800"/>
            <a:ext cx="521208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4114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兼容性与风险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470916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主流浏览器 + 移动端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日期时区处理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拖拽排序技术方案（若纳入）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待确认问题（需评审决议）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463040"/>
            <a:ext cx="73152" cy="868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664208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45920" y="15544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是否纳入拖拽排序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19202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用户高频诉求，但增加开发量，影响 M2 工期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0" y="1737360"/>
            <a:ext cx="3383280" cy="36576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0" y="1737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决策方：产品 + 研发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468880"/>
            <a:ext cx="10698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468880"/>
            <a:ext cx="73152" cy="868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5840" y="2670048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45920" y="25603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数据存储方案：纯本地 or 后端账号体系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45920" y="29260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决定架构设计方向，影响全部模块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0" y="2743200"/>
            <a:ext cx="3383280" cy="36576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0" y="2743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决策方：产品 + 技术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474720"/>
            <a:ext cx="10698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474720"/>
            <a:ext cx="73152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Shape 19"/>
          <p:cNvSpPr/>
          <p:nvPr/>
        </p:nvSpPr>
        <p:spPr>
          <a:xfrm>
            <a:off x="1005840" y="367588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45920" y="35661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是否做多端同步及优先级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645920" y="39319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影响范围与排期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0" y="3749040"/>
            <a:ext cx="3383280" cy="36576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0" y="3749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决策方：产品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4480560"/>
            <a:ext cx="10698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31520" y="4480560"/>
            <a:ext cx="73152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Shape 27"/>
          <p:cNvSpPr/>
          <p:nvPr/>
        </p:nvSpPr>
        <p:spPr>
          <a:xfrm>
            <a:off x="1005840" y="468172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1005840" y="4681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645920" y="45720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提醒通知技术方案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645920" y="49377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浏览器通知 / 短信 / 推送，需可行性评估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772400" y="4754880"/>
            <a:ext cx="3383280" cy="36576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0" y="4754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决策方：技术负责人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31520" y="5486400"/>
            <a:ext cx="10698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31520" y="5486400"/>
            <a:ext cx="73152" cy="8686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7" name="Shape 35"/>
          <p:cNvSpPr/>
          <p:nvPr/>
        </p:nvSpPr>
        <p:spPr>
          <a:xfrm>
            <a:off x="1005840" y="5687568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1005840" y="5687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Q5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645920" y="55778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快速添加选择器下拉面板形态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645920" y="5943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 交互优化项，需设计稿确认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772400" y="5760720"/>
            <a:ext cx="3383280" cy="36576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/>
        </p:spPr>
      </p:sp>
      <p:sp>
        <p:nvSpPr>
          <p:cNvPr id="42" name="Text 40"/>
          <p:cNvSpPr/>
          <p:nvPr/>
        </p:nvSpPr>
        <p:spPr>
          <a:xfrm>
            <a:off x="7772400" y="5760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决策方：设计师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评审输入与下一步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5B4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评审输入（项目资料库）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5486400" cy="457200"/>
          </a:xfrm>
          <a:prstGeom prst="rect">
            <a:avLst/>
          </a:prstGeom>
          <a:solidFill>
            <a:srgbClr val="2E2A5E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011680"/>
            <a:ext cx="54864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116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TaskFlow-PRD-v1.0.md — 产品需求文档（EARS）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560320"/>
            <a:ext cx="5486400" cy="457200"/>
          </a:xfrm>
          <a:prstGeom prst="rect">
            <a:avLst/>
          </a:prstGeom>
          <a:solidFill>
            <a:srgbClr val="2E2A5E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560320"/>
            <a:ext cx="54864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5603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原型验证结论报告.md — 3 大假设验证结果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5486400" cy="457200"/>
          </a:xfrm>
          <a:prstGeom prst="rect">
            <a:avLst/>
          </a:prstGeom>
          <a:solidFill>
            <a:srgbClr val="2E2A5E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3108960"/>
            <a:ext cx="54864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1089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TaskFlow-原型-index.html — 可交互原型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657600"/>
            <a:ext cx="5486400" cy="457200"/>
          </a:xfrm>
          <a:prstGeom prst="rect">
            <a:avLst/>
          </a:prstGeom>
          <a:solidFill>
            <a:srgbClr val="2E2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657600"/>
            <a:ext cx="54864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6576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研发任务清单.md — 28 个任务拆解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5B4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评审产出与流转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83680" y="2011680"/>
            <a:ext cx="4846320" cy="457200"/>
          </a:xfrm>
          <a:prstGeom prst="rect">
            <a:avLst/>
          </a:prstGeom>
          <a:solidFill>
            <a:srgbClr val="2E2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6583680" y="2011680"/>
            <a:ext cx="54864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2011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评审结论沉淀回项目资料库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83680" y="2560320"/>
            <a:ext cx="4846320" cy="457200"/>
          </a:xfrm>
          <a:prstGeom prst="rect">
            <a:avLst/>
          </a:prstGeom>
          <a:solidFill>
            <a:srgbClr val="2E2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6583680" y="2560320"/>
            <a:ext cx="54864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2560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待办问题拆成子事项分配负责人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83680" y="3108960"/>
            <a:ext cx="4846320" cy="457200"/>
          </a:xfrm>
          <a:prstGeom prst="rect">
            <a:avLst/>
          </a:prstGeom>
          <a:solidFill>
            <a:srgbClr val="2E2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0" y="3108960"/>
            <a:ext cx="54864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681228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 更新（如有调整）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83680" y="3657600"/>
            <a:ext cx="4846320" cy="457200"/>
          </a:xfrm>
          <a:prstGeom prst="rect">
            <a:avLst/>
          </a:prstGeom>
          <a:solidFill>
            <a:srgbClr val="2E2A5E"/>
          </a:solidFill>
          <a:ln/>
        </p:spPr>
      </p:sp>
      <p:sp>
        <p:nvSpPr>
          <p:cNvPr id="27" name="Shape 25"/>
          <p:cNvSpPr/>
          <p:nvPr/>
        </p:nvSpPr>
        <p:spPr>
          <a:xfrm>
            <a:off x="6583680" y="3657600"/>
            <a:ext cx="54864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6812280" y="3657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进入研发跟进阶段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" y="4754880"/>
            <a:ext cx="10698480" cy="1371600"/>
          </a:xfrm>
          <a:prstGeom prst="rect">
            <a:avLst/>
          </a:prstGeom>
          <a:solidFill>
            <a:srgbClr val="2E2A5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05840" y="4892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提醒事项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05840" y="5257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评审结论上传项目资料库，形成统一上下文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待办问题在事项中附上 PRD / 原型 / 任务清单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添加关注人，让设计师 / 技术负责人 / 测试及时收到通知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TaskFlow 设计与技术评审</dc:title>
  <dc:subject>PptxGenJS Presentation</dc:subject>
  <dc:creator>Wei East</dc:creator>
  <cp:lastModifiedBy>Wei East</cp:lastModifiedBy>
  <cp:revision>1</cp:revision>
  <dcterms:created xsi:type="dcterms:W3CDTF">2026-06-26T03:38:54Z</dcterms:created>
  <dcterms:modified xsi:type="dcterms:W3CDTF">2026-06-26T03:38:54Z</dcterms:modified>
</cp:coreProperties>
</file>